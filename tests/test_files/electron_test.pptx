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PowerPoint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a test slide for conversion testing.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contains sample content for testing purposes.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